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7"/>
  </p:notesMasterIdLst>
  <p:handoutMasterIdLst>
    <p:handoutMasterId r:id="rId8"/>
  </p:handoutMasterIdLst>
  <p:sldIdLst>
    <p:sldId id="256" r:id="rId4"/>
    <p:sldId id="321" r:id="rId5"/>
    <p:sldId id="323" r:id="rId6"/>
  </p:sldIdLst>
  <p:sldSz cx="12204700" cy="6859270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7" autoAdjust="0"/>
    <p:restoredTop sz="96552" autoAdjust="0"/>
  </p:normalViewPr>
  <p:slideViewPr>
    <p:cSldViewPr>
      <p:cViewPr varScale="1">
        <p:scale>
          <a:sx n="63" d="100"/>
          <a:sy n="63" d="100"/>
        </p:scale>
        <p:origin x="72" y="462"/>
      </p:cViewPr>
      <p:guideLst>
        <p:guide orient="horz" pos="2161"/>
        <p:guide pos="38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2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2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dirty="0"/>
              <a:t>数据分析基础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886" y="1413570"/>
            <a:ext cx="7920880" cy="3135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 numpy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920" y="1075626"/>
            <a:ext cx="10984230" cy="5041187"/>
          </a:xfrm>
        </p:spPr>
        <p:txBody>
          <a:bodyPr/>
          <a:lstStyle/>
          <a:p>
            <a:pPr marL="514350" indent="-514350">
              <a:buFont typeface="+mj-ea"/>
              <a:buAutoNum type="ea1JpnChsDbPeriod"/>
            </a:pPr>
            <a:r>
              <a:rPr lang="zh-CN" altLang="en-US" sz="1900" dirty="0">
                <a:sym typeface="+mn-ea"/>
              </a:rPr>
              <a:t>实验目的：</a:t>
            </a:r>
            <a:endParaRPr lang="en-US" altLang="zh-CN" sz="1900" dirty="0"/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掌握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生成数组的方式</a:t>
            </a:r>
            <a:endParaRPr lang="zh-CN" altLang="en-US" sz="1900" dirty="0"/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熟练使用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生成随机数</a:t>
            </a:r>
            <a:endParaRPr lang="zh-CN" altLang="en-US" sz="1900" dirty="0">
              <a:sym typeface="+mn-ea"/>
            </a:endParaRPr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掌握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数组的基本用法</a:t>
            </a:r>
            <a:endParaRPr lang="zh-CN" altLang="en-US" sz="1900" dirty="0"/>
          </a:p>
          <a:p>
            <a:pPr marL="1431925" lvl="2" indent="-342900"/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 numpy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920" y="1075626"/>
            <a:ext cx="10984230" cy="5041187"/>
          </a:xfrm>
        </p:spPr>
        <p:txBody>
          <a:bodyPr/>
          <a:lstStyle/>
          <a:p>
            <a:pPr marL="514350" indent="-514350">
              <a:buFont typeface="+mj-ea"/>
              <a:buAutoNum type="ea1JpnChsDbPeriod" startAt="2"/>
            </a:pPr>
            <a:r>
              <a:rPr lang="zh-CN" altLang="en-US" sz="1900" dirty="0">
                <a:sym typeface="+mn-ea"/>
              </a:rPr>
              <a:t>实验内容：</a:t>
            </a:r>
            <a:endParaRPr lang="en-US" altLang="zh-CN" sz="1900" dirty="0"/>
          </a:p>
          <a:p>
            <a:pPr marL="1002030" lvl="1" indent="-457200">
              <a:buFont typeface="+mj-lt"/>
              <a:buAutoNum type="arabicPeriod"/>
            </a:pPr>
            <a:r>
              <a:rPr lang="en-US" altLang="zh-CN" sz="1900" dirty="0">
                <a:sym typeface="+mn-ea"/>
              </a:rPr>
              <a:t>2000</a:t>
            </a:r>
            <a:r>
              <a:rPr lang="zh-CN" altLang="en-US" sz="1900" dirty="0">
                <a:sym typeface="+mn-ea"/>
              </a:rPr>
              <a:t>人</a:t>
            </a:r>
            <a:r>
              <a:rPr lang="en-US" altLang="zh-CN" sz="1900" dirty="0">
                <a:sym typeface="+mn-ea"/>
              </a:rPr>
              <a:t>随机行走，每</a:t>
            </a:r>
            <a:r>
              <a:rPr lang="zh-CN" altLang="en-US" sz="1900" dirty="0">
                <a:sym typeface="+mn-ea"/>
              </a:rPr>
              <a:t>人共走</a:t>
            </a:r>
            <a:r>
              <a:rPr lang="en-US" altLang="zh-CN" sz="1900" dirty="0">
                <a:sym typeface="+mn-ea"/>
              </a:rPr>
              <a:t>100000步</a:t>
            </a:r>
            <a:endParaRPr lang="en-US" altLang="zh-CN" sz="1900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en-US" altLang="zh-CN" dirty="0">
                <a:sym typeface="+mn-ea"/>
              </a:rPr>
              <a:t>计算每</a:t>
            </a:r>
            <a:r>
              <a:rPr lang="zh-CN" altLang="en-US" dirty="0">
                <a:sym typeface="+mn-ea"/>
              </a:rPr>
              <a:t>个人</a:t>
            </a:r>
            <a:r>
              <a:rPr lang="en-US" altLang="zh-CN" dirty="0">
                <a:sym typeface="+mn-ea"/>
              </a:rPr>
              <a:t>离原点的最大距离</a:t>
            </a:r>
            <a:endParaRPr lang="en-US" altLang="zh-CN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计算每个人</a:t>
            </a:r>
            <a:r>
              <a:rPr lang="en-US" altLang="zh-CN" dirty="0">
                <a:sym typeface="+mn-ea"/>
              </a:rPr>
              <a:t>到达该距离的首次步伐数</a:t>
            </a:r>
            <a:endParaRPr lang="zh-CN" altLang="en-US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统计每个人达到自身最距离的次数</a:t>
            </a:r>
            <a:endParaRPr lang="zh-CN" altLang="en-US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对随机漫步最大距离最远的人的</a:t>
            </a:r>
            <a:r>
              <a:rPr lang="zh-CN" altLang="en-US" dirty="0">
                <a:sym typeface="+mn-ea"/>
              </a:rPr>
              <a:t>漫步</a:t>
            </a:r>
            <a:r>
              <a:rPr lang="en-US" altLang="zh-CN" dirty="0">
                <a:sym typeface="+mn-ea"/>
              </a:rPr>
              <a:t>总里程进行可视化</a:t>
            </a:r>
            <a:r>
              <a:rPr lang="zh-CN" altLang="en-US" dirty="0">
                <a:sym typeface="+mn-ea"/>
              </a:rPr>
              <a:t>（并列是任取其一即可）</a:t>
            </a:r>
            <a:endParaRPr lang="zh-CN" altLang="en-US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对随机漫步最大距离最近的人的漫步</a:t>
            </a:r>
            <a:r>
              <a:rPr lang="en-US" altLang="zh-CN" dirty="0">
                <a:sym typeface="+mn-ea"/>
              </a:rPr>
              <a:t>总里程进行可视化</a:t>
            </a:r>
            <a:r>
              <a:rPr lang="zh-CN" altLang="en-US" dirty="0">
                <a:sym typeface="+mn-ea"/>
              </a:rPr>
              <a:t>（并列是任取其一即可）</a:t>
            </a:r>
            <a:endParaRPr lang="zh-CN" altLang="en-US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r>
              <a:rPr lang="zh-CN" altLang="en-US" dirty="0">
                <a:sym typeface="+mn-ea"/>
              </a:rPr>
              <a:t>对</a:t>
            </a:r>
            <a:r>
              <a:rPr lang="en-US" altLang="zh-CN" dirty="0">
                <a:sym typeface="+mn-ea"/>
              </a:rPr>
              <a:t>2000</a:t>
            </a:r>
            <a:r>
              <a:rPr lang="zh-CN" altLang="en-US" dirty="0">
                <a:sym typeface="+mn-ea"/>
              </a:rPr>
              <a:t>人中达到最多次最大距离的人的漫步</a:t>
            </a:r>
            <a:r>
              <a:rPr lang="en-US" altLang="zh-CN" dirty="0">
                <a:sym typeface="+mn-ea"/>
              </a:rPr>
              <a:t>总里程进行可视化</a:t>
            </a:r>
            <a:r>
              <a:rPr lang="zh-CN" altLang="en-US" dirty="0">
                <a:sym typeface="+mn-ea"/>
              </a:rPr>
              <a:t>（并列是任取其一即可）</a:t>
            </a:r>
            <a:endParaRPr lang="en-US" altLang="zh-CN" dirty="0">
              <a:sym typeface="+mn-ea"/>
            </a:endParaRPr>
          </a:p>
          <a:p>
            <a:pPr marL="1344930" lvl="2" indent="-342900">
              <a:buFont typeface="+mj-ea"/>
              <a:buAutoNum type="circleNumDbPlain"/>
            </a:pPr>
            <a:endParaRPr lang="en-US" altLang="zh-CN" dirty="0"/>
          </a:p>
          <a:p>
            <a:pPr marL="1546225" lvl="2" indent="-457200"/>
            <a:endParaRPr lang="en-US" altLang="zh-CN" sz="1900" dirty="0"/>
          </a:p>
          <a:p>
            <a:pPr marL="514350" indent="-514350">
              <a:buFont typeface="+mj-ea"/>
              <a:buAutoNum type="ea1JpnChsDbPeriod" startAt="3"/>
            </a:pPr>
            <a:r>
              <a:rPr lang="zh-CN" altLang="en-US" sz="1900" dirty="0">
                <a:sym typeface="+mn-ea"/>
              </a:rPr>
              <a:t>实验小结（</a:t>
            </a:r>
            <a:r>
              <a:rPr lang="en-US" altLang="zh-CN" sz="1900" dirty="0">
                <a:sym typeface="+mn-ea"/>
              </a:rPr>
              <a:t>100</a:t>
            </a:r>
            <a:r>
              <a:rPr lang="zh-CN" altLang="en-US" sz="1900" dirty="0">
                <a:sym typeface="+mn-ea"/>
              </a:rPr>
              <a:t>字左右）</a:t>
            </a:r>
            <a:endParaRPr lang="zh-CN" altLang="en-US" sz="1900" dirty="0">
              <a:sym typeface="+mn-ea"/>
            </a:endParaRPr>
          </a:p>
          <a:p>
            <a:pPr marL="514350" indent="-514350">
              <a:buFont typeface="+mj-ea"/>
              <a:buAutoNum type="ea1JpnChsDbPeriod" startAt="2"/>
            </a:pPr>
            <a:endParaRPr lang="zh-CN" altLang="en-US" sz="1900" dirty="0">
              <a:sym typeface="+mn-ea"/>
            </a:endParaRPr>
          </a:p>
          <a:p>
            <a:pPr marL="887730" lvl="1" indent="-342900">
              <a:buAutoNum type="arabicPeriod" startAt="3"/>
            </a:pPr>
            <a:endParaRPr lang="en-US" altLang="zh-CN" dirty="0"/>
          </a:p>
          <a:p>
            <a:pPr lvl="2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WPS 演示</Application>
  <PresentationFormat>自定义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微软雅黑</vt:lpstr>
      <vt:lpstr>Arial Black</vt:lpstr>
      <vt:lpstr>Arial Unicode MS</vt:lpstr>
      <vt:lpstr>Calibri</vt:lpstr>
      <vt:lpstr>Office 主题</vt:lpstr>
      <vt:lpstr>1_Office 主题</vt:lpstr>
      <vt:lpstr>数据分析基础</vt:lpstr>
      <vt:lpstr>实验1： numpy</vt:lpstr>
      <vt:lpstr>实验1： numpy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赵伟</cp:lastModifiedBy>
  <cp:revision>710</cp:revision>
  <cp:lastPrinted>2012-03-16T05:44:00Z</cp:lastPrinted>
  <dcterms:created xsi:type="dcterms:W3CDTF">2020-09-20T05:29:00Z</dcterms:created>
  <dcterms:modified xsi:type="dcterms:W3CDTF">2022-01-13T00:54:06Z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71928D23EBAA42B986DBAE1186005113</vt:lpwstr>
  </property>
</Properties>
</file>